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GradeMate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Your Smart GPA Companion</a:t>
            </a:r>
          </a:p>
          <a:p>
            <a:r>
              <a:t>Presented by: [Your Name]</a:t>
            </a:r>
          </a:p>
          <a:p>
            <a:r>
              <a:t>Class/College: [Your Details]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struggle to calculate GPA manually</a:t>
            </a:r>
          </a:p>
          <a:p>
            <a:r>
              <a:t>Errors in calculation are common</a:t>
            </a:r>
          </a:p>
          <a:p>
            <a:r>
              <a:t>No simple tool available</a:t>
            </a:r>
          </a:p>
          <a:p>
            <a:r>
              <a:t>Lack of performance clarity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 GPA/CGPA calculation</a:t>
            </a:r>
          </a:p>
          <a:p>
            <a:r>
              <a:t>Instant accurate results</a:t>
            </a:r>
          </a:p>
          <a:p>
            <a:r>
              <a:t>User-friendly interface</a:t>
            </a:r>
          </a:p>
          <a:p>
            <a:r>
              <a:t>Performance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GPA &amp; CGPA Calculator</a:t>
            </a:r>
          </a:p>
          <a:p>
            <a:r>
              <a:t>Add multiple subjects</a:t>
            </a:r>
          </a:p>
          <a:p>
            <a:r>
              <a:t>Easy input of marks/grades</a:t>
            </a:r>
          </a:p>
          <a:p>
            <a:r>
              <a:t>Instant calculation</a:t>
            </a:r>
          </a:p>
          <a:p>
            <a:r>
              <a:t>Responsive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 subjects</a:t>
            </a:r>
          </a:p>
          <a:p>
            <a:r>
              <a:t>Add marks/grades</a:t>
            </a:r>
          </a:p>
          <a:p>
            <a:r>
              <a:t>Click calculate</a:t>
            </a:r>
          </a:p>
          <a:p>
            <a:r>
              <a:t>Get GPA instantly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HTML, CSS, JavaScript</a:t>
            </a:r>
          </a:p>
          <a:p>
            <a:r>
              <a:t>Optional: React</a:t>
            </a:r>
          </a:p>
          <a:p>
            <a:r>
              <a:t>Backend (optional): Node.js</a:t>
            </a:r>
          </a:p>
          <a:p>
            <a:r>
              <a:t>Tools: VS Code, GitHub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Saves time</a:t>
            </a:r>
          </a:p>
          <a:p>
            <a:r>
              <a:t>Reduces errors</a:t>
            </a:r>
          </a:p>
          <a:p>
            <a:r>
              <a:t>Easy to use</a:t>
            </a:r>
          </a:p>
          <a:p>
            <a:r>
              <a:t>Helpful for students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analytics</a:t>
            </a:r>
          </a:p>
          <a:p>
            <a:r>
              <a:t>Cloud storage</a:t>
            </a:r>
          </a:p>
          <a:p>
            <a:r>
              <a:t>Graphs &amp; reports</a:t>
            </a:r>
          </a:p>
          <a:p>
            <a:r>
              <a:t>Exam reminders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Simplifies GPA calculation</a:t>
            </a:r>
          </a:p>
          <a:p>
            <a:r>
              <a:t>Useful student tool</a:t>
            </a:r>
          </a:p>
          <a:p>
            <a:r>
              <a:t>Expandable features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